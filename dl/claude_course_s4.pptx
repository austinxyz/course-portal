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
<Relationships xmlns="http://schemas.openxmlformats.org/package/2006/relationships">
  <Relationship Id="rId1" Type="http://schemas.openxmlformats.org/officeDocument/2006/relationships/officeDocument" Target="ppt/presentation.xml"/>
  <Relationship Id="rId2" Type="http://schemas.openxmlformats.org/package/2006/relationships/metadata/thumbnail" Target="docProps/thumbnail.jpeg"/>
  <Relationship Id="rId3" Type="http://schemas.openxmlformats.org/package/2006/relationships/metadata/core-properties" Target="docProps/core.xml"/>
  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
  <Relationship Id="rId1" Type="http://schemas.openxmlformats.org/officeDocument/2006/relationships/slideMaster" Target="slideMasters/slideMaster1.xml"/>
  <Relationship Id="rId2" Type="http://schemas.openxmlformats.org/officeDocument/2006/relationships/printerSettings" Target="printerSettings/printerSettings1.bin"/>
  <Relationship Id="rId3" Type="http://schemas.openxmlformats.org/officeDocument/2006/relationships/presProps" Target="presProps.xml"/>
  <Relationship Id="rId4" Type="http://schemas.openxmlformats.org/officeDocument/2006/relationships/viewProps" Target="viewProps.xml"/>
  <Relationship Id="rId5" Type="http://schemas.openxmlformats.org/officeDocument/2006/relationships/theme" Target="theme/theme1.xml"/>
  <Relationship Id="rId6" Type="http://schemas.openxmlformats.org/officeDocument/2006/relationships/tableStyles" Target="tableStyles.xml"/>
  <Relationship Id="rId7" Type="http://schemas.openxmlformats.org/officeDocument/2006/relationships/slide" Target="slides/slide1.xml"/>
  <Relationship Id="rId8" Type="http://schemas.openxmlformats.org/officeDocument/2006/relationships/slide" Target="slides/slide2.xml"/>
  <Relationship Id="rId9" Type="http://schemas.openxmlformats.org/officeDocument/2006/relationships/slide" Target="slides/slide3.xml"/>
  <Relationship Id="rId10" Type="http://schemas.openxmlformats.org/officeDocument/2006/relationships/slide" Target="slides/slide4.xml"/>
  <Relationship Id="rId11" Type="http://schemas.openxmlformats.org/officeDocument/2006/relationships/slide" Target="slides/slide5.xml"/>
  <Relationship Id="rId12" Type="http://schemas.openxmlformats.org/officeDocument/2006/relationships/slide" Target="slides/slide6.xml"/>
  <Relationship Id="rId13" Type="http://schemas.openxmlformats.org/officeDocument/2006/relationships/slide" Target="slides/slide7.xml"/>
  <Relationship Id="rId14" Type="http://schemas.openxmlformats.org/officeDocument/2006/relationships/slide" Target="slides/slide8.xml"/>
  <Relationship Id="rId15" Type="http://schemas.openxmlformats.org/officeDocument/2006/relationships/slide" Target="slides/slide9.xml"/>
  <Relationship Id="rId16" Type="http://schemas.openxmlformats.org/officeDocument/2006/relationships/slide" Target="slides/slide10.xml"/>
  <Relationship Id="rId17" Type="http://schemas.openxmlformats.org/officeDocument/2006/relationships/slide" Target="slides/slide11.xml"/>
  <Relationship Id="rId18" Type="http://schemas.openxmlformats.org/officeDocument/2006/relationships/slide" Target="slides/slide12.xml"/>
  <Relationship Id="rId19" Type="http://schemas.openxmlformats.org/officeDocument/2006/relationships/slide" Target="slides/slide13.xml"/>
  <Relationship Id="rId20" Type="http://schemas.openxmlformats.org/officeDocument/2006/relationships/slide" Target="slides/slide14.xml"/>
  <Relationship Id="rId21" Type="http://schemas.openxmlformats.org/officeDocument/2006/relationships/slide" Target="slides/slide15.xml"/>
  <Relationship Id="rId22" Type="http://schemas.openxmlformats.org/officeDocument/2006/relationships/slide" Target="slides/slide16.xml"/>
  <Relationship Id="rId23" Type="http://schemas.openxmlformats.org/officeDocument/2006/relationships/slide" Target="slides/slide17.xml"/>
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  <Relationship Id="rId27" Type="http://schemas.openxmlformats.org/officeDocument/2006/relationships/slide" Target="slides/slide21.xml"/>
  <Relationship Id="rId28" Type="http://schemas.openxmlformats.org/officeDocument/2006/relationships/slide" Target="slides/slide22.xml"/>
  <Relationship Id="rId29" Type="http://schemas.openxmlformats.org/officeDocument/2006/relationships/slide" Target="slides/slide23.xml"/>
  <Relationship Id="rId30" Type="http://schemas.openxmlformats.org/officeDocument/2006/relationships/slide" Target="slides/slide24.xml"/>
</Relationships>

</file>

<file path=ppt/notesSlides/_rels/notesSlide1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1.xml"/>
  

</Relationships>

</file>

<file path=ppt/notesSlides/_rels/notesSlide2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2.xml"/>
  

</Relationships>

</file>

<file path=ppt/notesSlides/_rels/notesSlide3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3.xml"/>
  

</Relationships>

</file>

<file path=ppt/notesSlides/_rels/notesSlide4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4.xml"/>
  

</Relationships>

</file>

<file path=ppt/notesSlides/_rels/notesSlide6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6.xml"/>
  

</Relationships>

</file>

<file path=ppt/notesSlides/_rels/notesSlide7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7.xml"/>
  

</Relationships>

</file>

<file path=ppt/notesSlides/_rels/notesSlide8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8.xml"/>
  

</Relationships>

</file>

<file path=ppt/notesSlides/_rels/notesSlide9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9.xml"/>
  

</Relationships>

</file>

<file path=ppt/notesSlides/_rels/notesSlide10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10.xml"/>
  

</Relationships>

</file>

<file path=ppt/notesSlides/_rels/notesSlide11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11.xml"/>
  

</Relationships>

</file>

<file path=ppt/notesSlides/_rels/notesSlide12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12.xml"/>
  

</Relationships>

</file>

<file path=ppt/notesSlides/_rels/notesSlide13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13.xml"/>
  

</Relationships>

</file>

<file path=ppt/notesSlides/_rels/notesSlide14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14.xml"/>
  

</Relationships>

</file>

<file path=ppt/notesSlides/_rels/notesSlide15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15.xml"/>
  

</Relationships>

</file>

<file path=ppt/notesSlides/_rels/notesSlide17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17.xml"/>
  

</Relationships>

</file>

<file path=ppt/notesSlides/_rels/notesSlide18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18.xml"/>
  

</Relationships>

</file>

<file path=ppt/notesSlides/_rels/notesSlide19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19.xml"/>
  

</Relationships>

</file>

<file path=ppt/notesSlides/_rels/notesSlide20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20.xml"/>
  

</Relationships>

</file>

<file path=ppt/notesSlides/_rels/notesSlide21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21.xml"/>
  

</Relationships>

</file>

<file path=ppt/notesSlides/_rels/notesSlide22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22.xml"/>
  

</Relationships>

</file>

<file path=ppt/notesSlides/_rels/notesSlide23.xml.rels><?xml version="1.0" encoding="utf-8"?>
<Relationships xmlns="http://schemas.openxmlformats.org/package/2006/relationships">
  
  
  <Relationship Id="rId1" Type="http://schemas.openxmlformats.org/officeDocument/2006/relationships/notesMaster" Target="../notesMasters/notesMaster1.xml"/>
  
  
  <Relationship Id="rId2" Type="http://schemas.openxmlformats.org/officeDocument/2006/relationships/slide" Target="../slides/slide23.xml"/>
  
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大家好，欢迎来到今天的课程。</a:t>
            </a:r>
          </a:p>
          <a:p>
            <a:endParaRPr lang="zh-CN" dirty="0"/>
          </a:p>
          <a:p>
            <a:r>
              <a:rPr lang="zh-CN" dirty="0"/>
              <a:t>今天我们的主题是：从设计到上线——用 Claude Design + Code 做你的知识服务网站。</a:t>
            </a:r>
          </a:p>
          <a:p>
            <a:endParaRPr lang="zh-CN" dirty="0"/>
          </a:p>
          <a:p>
            <a:r>
              <a:rPr lang="zh-CN" dirty="0"/>
              <a:t>今天和前两节课不一样。S1 我们做的是求职 Agent，S2 我们做的是知识库。今天我们要做的，是把你的知识变成一个真实的、可以让别人访问的网站——从设计到上线，全程用 Claude 完成。</a:t>
            </a:r>
          </a:p>
          <a:p>
            <a:endParaRPr lang="zh-CN" dirty="0"/>
          </a:p>
          <a:p>
            <a:r>
              <a:rPr lang="zh-CN" dirty="0"/>
              <a:t>不需要会写代码，不需要会做设计，今天做完你就有了自己的知识服务网站。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在开始之前，我先帮大家回顾一下。</a:t>
            </a:r>
          </a:p>
          <a:p>
            <a:endParaRPr lang="zh-CN" dirty="0"/>
          </a:p>
          <a:p>
            <a:r>
              <a:rPr lang="zh-CN" dirty="0"/>
              <a:t>左边是 S1——我们学会了用 Claude 建找工作的 Agent 流水线，让 Claude 替你做重复的求职工作。</a:t>
            </a:r>
          </a:p>
          <a:p>
            <a:endParaRPr lang="zh-CN" dirty="0"/>
          </a:p>
          <a:p>
            <a:r>
              <a:rPr lang="zh-CN" dirty="0"/>
              <a:t>右边是 S2——我们学会了用 Claude Code 建个人知识库，把你的笔记、文档变成可检索的知识资产。</a:t>
            </a:r>
          </a:p>
          <a:p>
            <a:endParaRPr lang="zh-CN" dirty="0"/>
          </a:p>
          <a:p>
            <a:r>
              <a:rPr lang="zh-CN" dirty="0"/>
              <a:t>今天的 S4，是在这两个基础上再加一层：把你的知识「包装」出来，做成别人能看到的网站。</a:t>
            </a:r>
          </a:p>
          <a:p>
            <a:endParaRPr lang="zh-CN" dirty="0"/>
          </a:p>
          <a:p>
            <a:r>
              <a:rPr lang="zh-CN" dirty="0"/>
              <a:t>S1 是枪，S2 是子弹，S4 是让别人看见你的舞台。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今天我们一共做三件事，非常清晰：</a:t>
            </a:r>
          </a:p>
          <a:p>
            <a:endParaRPr lang="zh-CN" dirty="0"/>
          </a:p>
          <a:p>
            <a:r>
              <a:rPr lang="zh-CN" dirty="0"/>
              <a:t>第一，学会用 Claude Design 做设计——配色、排版、信息结构，全部用 AI 搞定。</a:t>
            </a:r>
          </a:p>
          <a:p>
            <a:endParaRPr lang="zh-CN" dirty="0"/>
          </a:p>
          <a:p>
            <a:r>
              <a:rPr lang="zh-CN" dirty="0"/>
              <a:t>第二，用 Claude Code 把设计变成真实的网页——HTML、CSS、JS，还有 Chatbot 彩蛋。</a:t>
            </a:r>
          </a:p>
          <a:p>
            <a:endParaRPr lang="zh-CN" dirty="0"/>
          </a:p>
          <a:p>
            <a:r>
              <a:rPr lang="zh-CN" dirty="0"/>
              <a:t>第三，上线发布——把网站部署到 GitHub Pages，生成真实可访问的 URL。</a:t>
            </a:r>
          </a:p>
          <a:p>
            <a:endParaRPr lang="zh-CN" dirty="0"/>
          </a:p>
          <a:p>
            <a:r>
              <a:rPr lang="zh-CN" dirty="0"/>
              <a:t>这三件事我会先讲原理，然后现场演示，然后你们跟着做。大概 40 分钟演示，25 分钟跟我做时间。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很多人第一次听到 Claude Design 会问：这和 Figma 有什么区别？</a:t>
            </a:r>
          </a:p>
          <a:p>
            <a:endParaRPr lang="zh-CN" dirty="0"/>
          </a:p>
          <a:p>
            <a:r>
              <a:rPr lang="zh-CN" dirty="0"/>
              <a:t>区别很大。Figma 是工具，你还是要懂设计才能用好。Claude Design 是 AI 帮你做设计决策——你只需要告诉它你的目标，它来生成配色方案、排版建议、页面结构。</a:t>
            </a:r>
          </a:p>
          <a:p>
            <a:endParaRPr lang="zh-CN" dirty="0"/>
          </a:p>
          <a:p>
            <a:r>
              <a:rPr lang="zh-CN" dirty="0"/>
              <a:t>具体能做什么？</a:t>
            </a:r>
          </a:p>
          <a:p>
            <a:endParaRPr lang="zh-CN" dirty="0"/>
          </a:p>
          <a:p>
            <a:r>
              <a:rPr lang="zh-CN" dirty="0"/>
              <a:t>• 视觉风格生成：给你 3-5 套配色方案可以选</a:t>
            </a:r>
          </a:p>
          <a:p>
            <a:r>
              <a:rPr lang="zh-CN" dirty="0"/>
              <a:t>• 配色和排版：字体大小、行间距、主色调，全部建议</a:t>
            </a:r>
          </a:p>
          <a:p>
            <a:r>
              <a:rPr lang="zh-CN" dirty="0"/>
              <a:t>• 页面结构规划：告诉你信息放在哪里、顺序是什么</a:t>
            </a:r>
          </a:p>
          <a:p>
            <a:r>
              <a:rPr lang="zh-CN" dirty="0"/>
              <a:t>• Design Brief 生成：帮你写给 Claude Code 看的设计说明书</a:t>
            </a:r>
          </a:p>
          <a:p>
            <a:r>
              <a:rPr lang="zh-CN" dirty="0"/>
              <a:t>• 多版本迭代对比：不满意可以继续改，直到你满意</a:t>
            </a:r>
          </a:p>
          <a:p>
            <a:endParaRPr lang="zh-CN" dirty="0"/>
          </a:p>
          <a:p>
            <a:r>
              <a:rPr lang="zh-CN" dirty="0"/>
              <a:t>今天的演示会全部用到这些能力。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让我直接给你们看一个对比。</a:t>
            </a:r>
          </a:p>
          <a:p>
            <a:endParaRPr lang="zh-CN" dirty="0"/>
          </a:p>
          <a:p>
            <a:r>
              <a:rPr lang="zh-CN" dirty="0"/>
              <a:t>左边是传统方式：你要找设计师，来回沟通需求，等待交付，费用至少几百美元，时间至少一两周。最痛苦的是，你说不清楚你想要什么，设计师也做不到你心里想的那个样子。</a:t>
            </a:r>
          </a:p>
          <a:p>
            <a:endParaRPr lang="zh-CN" dirty="0"/>
          </a:p>
          <a:p>
            <a:r>
              <a:rPr lang="zh-CN" dirty="0"/>
              <a:t>右边是用 Claude Design：你花 5 分钟写一段需求描述，10 分钟内得到可用的设计方案，可以立刻和 Claude Code 配合开始开发。</a:t>
            </a:r>
          </a:p>
          <a:p>
            <a:endParaRPr lang="zh-CN" dirty="0"/>
          </a:p>
          <a:p>
            <a:r>
              <a:rPr lang="zh-CN" dirty="0"/>
              <a:t>这不是夸张。今天你们会亲眼看到这个过程。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设计有一个核心原则叫「5 秒法则」：访客打开你的网站，5 秒内如果看不懂这个网站是做什么的、对我有什么用，他就会关掉。</a:t>
            </a:r>
          </a:p>
          <a:p>
            <a:endParaRPr lang="zh-CN" dirty="0"/>
          </a:p>
          <a:p>
            <a:r>
              <a:rPr lang="zh-CN" dirty="0"/>
              <a:t>左边这个反例——满屏文字，没有重点，访客的第一反应是「这是什么？」</a:t>
            </a:r>
          </a:p>
          <a:p>
            <a:endParaRPr lang="zh-CN" dirty="0"/>
          </a:p>
          <a:p>
            <a:r>
              <a:rPr lang="zh-CN" dirty="0"/>
              <a:t>右边这个正例——清晰的标题、突出的 CTA 按钮、干净的视觉层次，访客 5 秒内就知道该做什么。</a:t>
            </a:r>
          </a:p>
          <a:p>
            <a:endParaRPr lang="zh-CN" dirty="0"/>
          </a:p>
          <a:p>
            <a:r>
              <a:rPr lang="zh-CN" dirty="0"/>
              <a:t>Claude Design 的一个核心价值就是帮你通过这个 5 秒测试。我们在生成设计的时候，会一直问自己：「5 秒内，访客能看懂吗？」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在让 Claude Design 做设计之前，你要先想清楚信息结构——你的网站要放什么内容，顺序是什么。</a:t>
            </a:r>
          </a:p>
          <a:p>
            <a:endParaRPr lang="zh-CN" dirty="0"/>
          </a:p>
          <a:p>
            <a:r>
              <a:rPr lang="zh-CN" dirty="0"/>
              <a:t>一个知识服务网站的经典结构是这 5 层：</a:t>
            </a:r>
          </a:p>
          <a:p>
            <a:endParaRPr lang="zh-CN" dirty="0"/>
          </a:p>
          <a:p>
            <a:r>
              <a:rPr lang="zh-CN" dirty="0"/>
              <a:t>1. Hero：第一屏，告诉访客「你是谁」「你能帮我什么」</a:t>
            </a:r>
          </a:p>
          <a:p>
            <a:r>
              <a:rPr lang="zh-CN" dirty="0"/>
              <a:t>2. 问题痛点：访客来这里之前遇到了什么问题？</a:t>
            </a:r>
          </a:p>
          <a:p>
            <a:r>
              <a:rPr lang="zh-CN" dirty="0"/>
              <a:t>3. 解决方案：你怎么解决这个问题？</a:t>
            </a:r>
          </a:p>
          <a:p>
            <a:r>
              <a:rPr lang="zh-CN" dirty="0"/>
              <a:t>4. 社会证明：有没有其他人用过你的方案并且有好结果？</a:t>
            </a:r>
          </a:p>
          <a:p>
            <a:r>
              <a:rPr lang="zh-CN" dirty="0"/>
              <a:t>5. CTA：最后，告诉访客下一步该做什么</a:t>
            </a:r>
          </a:p>
          <a:p>
            <a:endParaRPr lang="zh-CN" dirty="0"/>
          </a:p>
          <a:p>
            <a:r>
              <a:rPr lang="zh-CN" dirty="0"/>
              <a:t>这个结构是经过验证的。今天的演示就会按这个结构来建网站。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在用 Claude Design 生成设计之前，我们先讲三个核心原则，这三个原则会贯穿今天所有的设计决策。</a:t>
            </a:r>
          </a:p>
          <a:p>
            <a:endParaRPr lang="zh-CN" dirty="0"/>
          </a:p>
          <a:p>
            <a:r>
              <a:rPr lang="zh-CN" dirty="0"/>
              <a:t>第一：留白优于堆砌。 很多人觉得页面里放更多内容更好。恰恰相反。空白是设计语言，它告诉访客「这个地方很重要」。</a:t>
            </a:r>
          </a:p>
          <a:p>
            <a:endParaRPr lang="zh-CN" dirty="0"/>
          </a:p>
          <a:p>
            <a:r>
              <a:rPr lang="zh-CN" dirty="0"/>
              <a:t>第二：对比创造层级。 大小不同、颜色不同、粗细不同——这些差异告诉访客该看哪里、哪个更重要。</a:t>
            </a:r>
          </a:p>
          <a:p>
            <a:endParaRPr lang="zh-CN" dirty="0"/>
          </a:p>
          <a:p>
            <a:r>
              <a:rPr lang="zh-CN" dirty="0"/>
              <a:t>第三：一致性建立信任。 所有页面用同一套颜色、同一套字体、同一套间距。一致性让网站看起来专业，建立信任。</a:t>
            </a:r>
          </a:p>
          <a:p>
            <a:endParaRPr lang="zh-CN" dirty="0"/>
          </a:p>
          <a:p>
            <a:r>
              <a:rPr lang="zh-CN" dirty="0"/>
              <a:t>后面我们用 CLAUDE.md 来强制保证这种一致性。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让我直接对比一下数字。</a:t>
            </a:r>
          </a:p>
          <a:p>
            <a:endParaRPr lang="zh-CN" dirty="0"/>
          </a:p>
          <a:p>
            <a:r>
              <a:rPr lang="zh-CN" dirty="0"/>
              <a:t>旧的工作流：需求沟通、设计稿、Review、修改、前端开发、后端接入、测试上线——8 个步骤，4-8 周，$1500 以上的预算。</a:t>
            </a:r>
          </a:p>
          <a:p>
            <a:endParaRPr lang="zh-CN" dirty="0"/>
          </a:p>
          <a:p>
            <a:r>
              <a:rPr lang="zh-CN" dirty="0"/>
              <a:t>新的 AI 驱动工作流：写 Brief、生成设计、Claude Code 开发、部署——4 个步骤，1-2 天，几乎 $0 的成本。</a:t>
            </a:r>
          </a:p>
          <a:p>
            <a:endParaRPr lang="zh-CN" dirty="0"/>
          </a:p>
          <a:p>
            <a:r>
              <a:rPr lang="zh-CN" dirty="0"/>
              <a:t>这不是说传统工作流不好，而是说对于个人知识服务网站这种场景，AI 工作流已经完全够用了，而且快了 10 倍、省了 99% 的成本。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这是今天最重要的概念之一——CLAUDE.md。</a:t>
            </a:r>
          </a:p>
          <a:p>
            <a:endParaRPr lang="zh-CN" dirty="0"/>
          </a:p>
          <a:p>
            <a:r>
              <a:rPr lang="zh-CN" dirty="0"/>
              <a:t>CLAUDE.md 是一个放在你项目根目录里的文件，Claude Code 在生成代码之前会先读这个文件。</a:t>
            </a:r>
          </a:p>
          <a:p>
            <a:endParaRPr lang="zh-CN" dirty="0"/>
          </a:p>
          <a:p>
            <a:r>
              <a:rPr lang="zh-CN" dirty="0"/>
              <a:t>你在 CLAUDE.md 里写：「主色是 #2563EB，字体是 Inter，按钮圆角是 8px」——然后不管你让 Claude Code 生成哪个页面，它都会遵守这些规范。</a:t>
            </a:r>
          </a:p>
          <a:p>
            <a:endParaRPr lang="zh-CN" dirty="0"/>
          </a:p>
          <a:p>
            <a:r>
              <a:rPr lang="zh-CN" dirty="0"/>
              <a:t>这解决了一个最大的问题：当你有多个页面的时候，每次都要在 prompt 里重复说设计规范。有了 CLAUDE.md，你只说一次，Claude Code 自动记住。</a:t>
            </a:r>
          </a:p>
          <a:p>
            <a:endParaRPr lang="zh-CN" dirty="0"/>
          </a:p>
          <a:p>
            <a:r>
              <a:rPr lang="zh-CN" dirty="0"/>
              <a:t>这是「Design to Code」工作流的核心枢纽。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Claude Design 能做得好不好，80% 取决于你的 Brief 写得好不好。</a:t>
            </a:r>
          </a:p>
          <a:p>
            <a:endParaRPr lang="zh-CN" dirty="0"/>
          </a:p>
          <a:p>
            <a:r>
              <a:rPr lang="zh-CN" dirty="0"/>
              <a:t>一个好的 Brief 要包含四个要素：</a:t>
            </a:r>
          </a:p>
          <a:p>
            <a:endParaRPr lang="zh-CN" dirty="0"/>
          </a:p>
          <a:p>
            <a:r>
              <a:rPr lang="zh-CN" dirty="0"/>
              <a:t>WHO——你的目标受众是谁？「北美华人，有一定 AI 工具基础，想通过知识变现」比「想学 AI 的人」好 10 倍。</a:t>
            </a:r>
          </a:p>
          <a:p>
            <a:endParaRPr lang="zh-CN" dirty="0"/>
          </a:p>
          <a:p>
            <a:r>
              <a:rPr lang="zh-CN" dirty="0"/>
              <a:t>WHY——这个网站要达成什么目的？是让访客报名课程？下载资料？联系你？</a:t>
            </a:r>
          </a:p>
          <a:p>
            <a:endParaRPr lang="zh-CN" dirty="0"/>
          </a:p>
          <a:p>
            <a:r>
              <a:rPr lang="zh-CN" dirty="0"/>
              <a:t>STYLE——风格偏好是什么？「简洁专业，参考苹果官网」比「要好看」有用得多。</a:t>
            </a:r>
          </a:p>
          <a:p>
            <a:endParaRPr lang="zh-CN" dirty="0"/>
          </a:p>
          <a:p>
            <a:r>
              <a:rPr lang="zh-CN" dirty="0"/>
              <a:t>WHAT——具体功能需求？几个页面？要不要表单？有没有特别要放的内容？</a:t>
            </a:r>
          </a:p>
          <a:p>
            <a:endParaRPr lang="zh-CN" dirty="0"/>
          </a:p>
          <a:p>
            <a:r>
              <a:rPr lang="zh-CN" dirty="0"/>
              <a:t>今天演示的时候我会现场写一个 Brief，大家可以参考我的格式。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当你的网站不止一个页面的时候，怎么保证所有页面看起来像同一个网站？</a:t>
            </a:r>
          </a:p>
          <a:p>
            <a:endParaRPr lang="zh-CN" dirty="0"/>
          </a:p>
          <a:p>
            <a:r>
              <a:rPr lang="zh-CN" dirty="0"/>
              <a:t>三个方法：</a:t>
            </a:r>
          </a:p>
          <a:p>
            <a:endParaRPr lang="zh-CN" dirty="0"/>
          </a:p>
          <a:p>
            <a:r>
              <a:rPr lang="zh-CN" dirty="0"/>
              <a:t>第一：CLAUDE.md 写死设计规范。 颜色、字体、间距、组件规范，全部写进去，一次写好，永久生效。</a:t>
            </a:r>
          </a:p>
          <a:p>
            <a:endParaRPr lang="zh-CN" dirty="0"/>
          </a:p>
          <a:p>
            <a:r>
              <a:rPr lang="zh-CN" dirty="0"/>
              <a:t>第二：新页面 prompt 引用已有页面。 让 Claude Code 生成新页面的时候，告诉它「参考我已经有的 index.html 的风格」。</a:t>
            </a:r>
          </a:p>
          <a:p>
            <a:endParaRPr lang="zh-CN" dirty="0"/>
          </a:p>
          <a:p>
            <a:r>
              <a:rPr lang="zh-CN" dirty="0"/>
              <a:t>第三：CSS 变量统一样式。 让 Claude Code 用 CSS variables 来管理所有颜色和字体，改一个地方全部生效。</a:t>
            </a:r>
          </a:p>
          <a:p>
            <a:endParaRPr lang="zh-CN" dirty="0"/>
          </a:p>
          <a:p>
            <a:r>
              <a:rPr lang="zh-CN" dirty="0"/>
              <a:t>这三个方法组合起来，可以保证 10 个页面都像出自同一个设计师之手。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好，理论讲完了，我们来看今天演示的全流程。</a:t>
            </a:r>
          </a:p>
          <a:p>
            <a:endParaRPr lang="zh-CN" dirty="0"/>
          </a:p>
          <a:p>
            <a:r>
              <a:rPr lang="zh-CN" dirty="0"/>
              <a:t>一共六步：需求分析 → Design Brief → 视觉稿生成 → CLAUDE.md 配置 → Claude Code 开发 → 上线部署。</a:t>
            </a:r>
          </a:p>
          <a:p>
            <a:endParaRPr lang="zh-CN" dirty="0"/>
          </a:p>
          <a:p>
            <a:r>
              <a:rPr lang="zh-CN" dirty="0"/>
              <a:t>Row 1 是设计阶段，Row 2 是开发和发布阶段。</a:t>
            </a:r>
          </a:p>
          <a:p>
            <a:endParaRPr lang="zh-CN" dirty="0"/>
          </a:p>
          <a:p>
            <a:r>
              <a:rPr lang="zh-CN" dirty="0"/>
              <a:t>这六步我会完整地现场演示一遍，大概需要 40 分钟。你们不用现在跟，先看我做一遍，然后再有 25 分钟的跟我做时间。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这是一个清单，你们可以在跟我做的时候参考。</a:t>
            </a:r>
          </a:p>
          <a:p>
            <a:endParaRPr lang="zh-CN" dirty="0"/>
          </a:p>
          <a:p>
            <a:r>
              <a:rPr lang="zh-CN" dirty="0"/>
              <a:t>五个步骤，每步用什么工具、产出什么、大概多长时间——都在这里。</a:t>
            </a:r>
          </a:p>
          <a:p>
            <a:endParaRPr lang="zh-CN" dirty="0"/>
          </a:p>
          <a:p>
            <a:r>
              <a:rPr lang="zh-CN" dirty="0"/>
              <a:t>重点看最后一步：部署上线用 GitHub Pages，产出是一个真实的、全球可访问的 URL。这是今天最有成就感的那一刻。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好，演示完了。现在是跟我做时间。</a:t>
            </a:r>
          </a:p>
          <a:p>
            <a:endParaRPr lang="zh-CN" dirty="0"/>
          </a:p>
          <a:p>
            <a:r>
              <a:rPr lang="zh-CN" dirty="0"/>
              <a:t>打开你的浏览器，进入 claude.ai。</a:t>
            </a:r>
          </a:p>
          <a:p>
            <a:endParaRPr lang="zh-CN" dirty="0"/>
          </a:p>
          <a:p>
            <a:r>
              <a:rPr lang="zh-CN" dirty="0"/>
              <a:t>接下来 25 分钟，我会一步一步做，你们同步在自己电脑上操作。</a:t>
            </a:r>
          </a:p>
          <a:p>
            <a:endParaRPr lang="zh-CN" dirty="0"/>
          </a:p>
          <a:p>
            <a:r>
              <a:rPr lang="zh-CN" dirty="0"/>
              <a:t>有问题随时举手，不要憋着——这 25 分钟的价值就在于现场解决你遇到的问题。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（跟我做结束后）</a:t>
            </a:r>
          </a:p>
          <a:p>
            <a:endParaRPr lang="zh-CN" dirty="0"/>
          </a:p>
          <a:p>
            <a:r>
              <a:rPr lang="zh-CN" dirty="0"/>
              <a:t>好，大家的网站应该都快出来了。</a:t>
            </a:r>
          </a:p>
          <a:p>
            <a:endParaRPr lang="zh-CN" dirty="0"/>
          </a:p>
          <a:p>
            <a:r>
              <a:rPr lang="zh-CN" dirty="0"/>
              <a:t>但是——你有没有想过一个问题：网站做好了，有访客来了，他有一个问题想问你，但是你不在线，怎么办？</a:t>
            </a:r>
          </a:p>
          <a:p>
            <a:endParaRPr lang="zh-CN" dirty="0"/>
          </a:p>
          <a:p>
            <a:r>
              <a:rPr lang="zh-CN" dirty="0"/>
              <a:t>访客等不到回复，30 秒内就走了。你的第一印象机会就这样错过了。</a:t>
            </a:r>
          </a:p>
          <a:p>
            <a:endParaRPr lang="zh-CN" dirty="0"/>
          </a:p>
          <a:p>
            <a:r>
              <a:rPr lang="zh-CN" dirty="0"/>
              <a:t>这个问题怎么解决？我们今天有一个彩蛋。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彩蛋来了！</a:t>
            </a:r>
          </a:p>
          <a:p>
            <a:endParaRPr lang="zh-CN" dirty="0"/>
          </a:p>
          <a:p>
            <a:r>
              <a:rPr lang="zh-CN" dirty="0"/>
              <a:t>我们要在你的网站里嵌入一个 AI Chatbot——访客来了，有问题，直接问 Chatbot，7×24 小时自动回答，就像你本人一直在线一样。</a:t>
            </a:r>
          </a:p>
          <a:p>
            <a:endParaRPr lang="zh-CN" dirty="0"/>
          </a:p>
          <a:p>
            <a:r>
              <a:rPr lang="zh-CN" dirty="0"/>
              <a:t>这个 Chatbot 可以：</a:t>
            </a:r>
          </a:p>
          <a:p>
            <a:r>
              <a:rPr lang="zh-CN" dirty="0"/>
              <a:t>• 回答课程相关问题（价格、内容、适合人群）</a:t>
            </a:r>
          </a:p>
          <a:p>
            <a:r>
              <a:rPr lang="zh-CN" dirty="0"/>
              <a:t>• 根据访客需求推荐最适合他的课程</a:t>
            </a:r>
          </a:p>
          <a:p>
            <a:r>
              <a:rPr lang="zh-CN" dirty="0"/>
              <a:t>• 记录访客常问的问题，帮你改进网站内容</a:t>
            </a:r>
          </a:p>
          <a:p>
            <a:endParaRPr lang="zh-CN" dirty="0"/>
          </a:p>
          <a:p>
            <a:r>
              <a:rPr lang="zh-CN" dirty="0"/>
              <a:t>技术实现：Claude API + 嵌入式 chat widget，今天用 Claude Code 现场搭出来。</a:t>
            </a:r>
          </a:p>
          <a:p>
            <a:endParaRPr lang="zh-CN" dirty="0"/>
          </a:p>
          <a:p>
            <a:r>
              <a:rPr lang="zh-CN" dirty="0"/>
              <a:t>不需要服务器，不需要 DevOps，5 分钟搞定。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好，今天的课程内容到这里。</a:t>
            </a:r>
          </a:p>
          <a:p>
            <a:endParaRPr lang="zh-CN" dirty="0"/>
          </a:p>
          <a:p>
            <a:r>
              <a:rPr lang="zh-CN" dirty="0"/>
              <a:t>给大家布置一个作业，6 个步骤：</a:t>
            </a:r>
          </a:p>
          <a:p>
            <a:endParaRPr lang="zh-CN" dirty="0"/>
          </a:p>
          <a:p>
            <a:r>
              <a:rPr lang="zh-CN" dirty="0"/>
              <a:t>1. 写你自己的 Design Brief</a:t>
            </a:r>
          </a:p>
          <a:p>
            <a:r>
              <a:rPr lang="zh-CN" dirty="0"/>
              <a:t>2. 用 Claude Design 生成视觉稿</a:t>
            </a:r>
          </a:p>
          <a:p>
            <a:r>
              <a:rPr lang="zh-CN" dirty="0"/>
              <a:t>3. 配置你的 CLAUDE.md</a:t>
            </a:r>
          </a:p>
          <a:p>
            <a:r>
              <a:rPr lang="zh-CN" dirty="0"/>
              <a:t>4. 用 Claude Code 开发多个页面</a:t>
            </a:r>
          </a:p>
          <a:p>
            <a:r>
              <a:rPr lang="zh-CN" dirty="0"/>
              <a:t>5. 加入 Chatbot 彩蛋（可选进阶）</a:t>
            </a:r>
          </a:p>
          <a:p>
            <a:r>
              <a:rPr lang="zh-CN" dirty="0"/>
              <a:t>6. 部署上线，把链接发到群里</a:t>
            </a:r>
          </a:p>
          <a:p>
            <a:endParaRPr lang="zh-CN" dirty="0"/>
          </a:p>
          <a:p>
            <a:r>
              <a:rPr lang="zh-CN" dirty="0"/>
              <a:t>建议 7 天内完成，今晚就可以开始步骤 1 和 2，最快明天就能有一个可访问的网站。</a:t>
            </a:r>
          </a:p>
          <a:p>
            <a:endParaRPr lang="zh-CN" dirty="0"/>
          </a:p>
          <a:p>
            <a:r>
              <a:rPr lang="zh-CN" dirty="0"/>
              <a:t>做完有任何问题发到群里，我帮你看。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做完作业之后，你有四条路可以走：</a:t>
            </a:r>
          </a:p>
          <a:p>
            <a:endParaRPr lang="zh-CN" dirty="0"/>
          </a:p>
          <a:p>
            <a:r>
              <a:rPr lang="zh-CN" dirty="0"/>
              <a:t>深化设计系统——在现有网站基础上继续迭代，做更多页面变体，建立自己的 CSS 组件库。</a:t>
            </a:r>
          </a:p>
          <a:p>
            <a:endParaRPr lang="zh-CN" dirty="0"/>
          </a:p>
          <a:p>
            <a:r>
              <a:rPr lang="zh-CN" dirty="0"/>
              <a:t>加入知识库能力——把 S2 的知识库和今天的网站结合起来，Chatbot 可以直接调用你自己的笔记内容。</a:t>
            </a:r>
          </a:p>
          <a:p>
            <a:endParaRPr lang="zh-CN" dirty="0"/>
          </a:p>
          <a:p>
            <a:r>
              <a:rPr lang="zh-CN" dirty="0"/>
              <a:t>Demo Day 展示——7 月 11 日，我们有一个线上展示会，带着你的作品来，3 分钟展示，获得同行反馈。</a:t>
            </a:r>
          </a:p>
          <a:p>
            <a:endParaRPr lang="zh-CN" dirty="0"/>
          </a:p>
          <a:p>
            <a:r>
              <a:rPr lang="zh-CN" dirty="0"/>
              <a:t>开始商业变现——接入 Stripe 或微信支付，加 SEO 优化，让网站帮你赚钱。</a:t>
            </a:r>
          </a:p>
          <a:p>
            <a:endParaRPr lang="zh-CN" dirty="0"/>
          </a:p>
          <a:p>
            <a:r>
              <a:rPr lang="zh-CN" dirty="0"/>
              <a:t>四条路都可以走，也可以都走。优先完成作业，先把网站做出来。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让我帮大家梳理一下，S1 + S2 + S4 三节课学下来，你的 Claude 技能栈是什么样的。</a:t>
            </a:r>
          </a:p>
          <a:p>
            <a:endParaRPr lang="zh-CN" dirty="0"/>
          </a:p>
          <a:p>
            <a:r>
              <a:rPr lang="zh-CN" dirty="0"/>
              <a:t>S1：Prompt 工程 + Agent 流水线 → 求职自动化，节省 80% 求职时间。</a:t>
            </a:r>
          </a:p>
          <a:p>
            <a:r>
              <a:rPr lang="zh-CN" dirty="0"/>
              <a:t>S2：Claude Code + 文件系统 → 个人知识库，知识管理效率翻倍。</a:t>
            </a:r>
          </a:p>
          <a:p>
            <a:r>
              <a:rPr lang="zh-CN" dirty="0"/>
              <a:t>S4：AI 设计 + 全栈网站开发 → 真实可访问的知识服务网站。</a:t>
            </a:r>
          </a:p>
          <a:p>
            <a:endParaRPr lang="zh-CN" dirty="0"/>
          </a:p>
          <a:p>
            <a:r>
              <a:rPr lang="zh-CN" dirty="0"/>
              <a:t>三个技能组合在一起：求职×知识管理×作品展示——这是一套完整的 AI 超能力。</a:t>
            </a:r>
          </a:p>
          <a:p>
            <a:endParaRPr lang="zh-CN" dirty="0"/>
          </a:p>
          <a:p>
            <a:r>
              <a:rPr lang="zh-CN" dirty="0"/>
              <a:t>面试的时候，这三个都是可以展示的真实项目案例。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好，今天的课到这里。</a:t>
            </a:r>
          </a:p>
          <a:p>
            <a:endParaRPr lang="zh-CN" dirty="0"/>
          </a:p>
          <a:p>
            <a:r>
              <a:rPr lang="zh-CN" dirty="0"/>
              <a:t>你的网站已经在路上了。从今天开始，你不再需要工程师，不再需要设计师——你自己就是全栈的知识服务创业者。</a:t>
            </a:r>
          </a:p>
          <a:p>
            <a:endParaRPr lang="zh-CN" dirty="0"/>
          </a:p>
          <a:p>
            <a:r>
              <a:rPr lang="zh-CN" dirty="0"/>
              <a:t>我是 Austin，硅谷 500 强工程经理。有问题可以微信找我：elitecoach101，或者发邮件：austin.aicourse@gmail.com。</a:t>
            </a:r>
          </a:p>
          <a:p>
            <a:endParaRPr lang="zh-CN" dirty="0"/>
          </a:p>
          <a:p>
            <a:r>
              <a:rPr lang="zh-CN" dirty="0"/>
              <a:t>记住三件事：</a:t>
            </a:r>
          </a:p>
          <a:p>
            <a:r>
              <a:rPr lang="zh-CN" dirty="0"/>
              <a:t>• 完成 6 步作业，做出你的网站</a:t>
            </a:r>
          </a:p>
          <a:p>
            <a:r>
              <a:rPr lang="zh-CN" dirty="0"/>
              <a:t>• 把链接发到微信群分享</a:t>
            </a:r>
          </a:p>
          <a:p>
            <a:r>
              <a:rPr lang="zh-CN" dirty="0"/>
              <a:t>• 报名 7 月 11 日的 Demo Day</a:t>
            </a:r>
          </a:p>
          <a:p>
            <a:endParaRPr lang="zh-CN" dirty="0"/>
          </a:p>
          <a:p>
            <a:r>
              <a:rPr lang="zh-CN" dirty="0"/>
              <a:t>谢谢大家，我们群里见！</a:t>
            </a:r>
          </a:p>
        </p:txBody>
      </p:sp>
    </p:spTree>
  </p:cSld>
  <p:clrMapOvr>
    <a:masterClrMapping/>
  </p:clrMapOvr>
</p:notes>
</file>

<file path=ppt/slideLayouts/_rels/slideLayout1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2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3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4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5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6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7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8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9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10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11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slideLayout" Target="../slideLayouts/slideLayout2.xml"/>
  <Relationship Id="rId3" Type="http://schemas.openxmlformats.org/officeDocument/2006/relationships/slideLayout" Target="../slideLayouts/slideLayout3.xml"/>
  <Relationship Id="rId4" Type="http://schemas.openxmlformats.org/officeDocument/2006/relationships/slideLayout" Target="../slideLayouts/slideLayout4.xml"/>
  <Relationship Id="rId5" Type="http://schemas.openxmlformats.org/officeDocument/2006/relationships/slideLayout" Target="../slideLayouts/slideLayout5.xml"/>
  <Relationship Id="rId6" Type="http://schemas.openxmlformats.org/officeDocument/2006/relationships/slideLayout" Target="../slideLayouts/slideLayout6.xml"/>
  <Relationship Id="rId7" Type="http://schemas.openxmlformats.org/officeDocument/2006/relationships/slideLayout" Target="../slideLayouts/slideLayout7.xml"/>
  <Relationship Id="rId8" Type="http://schemas.openxmlformats.org/officeDocument/2006/relationships/slideLayout" Target="../slideLayouts/slideLayout8.xml"/>
  <Relationship Id="rId9" Type="http://schemas.openxmlformats.org/officeDocument/2006/relationships/slideLayout" Target="../slideLayouts/slideLayout9.xml"/>
  <Relationship Id="rId10" Type="http://schemas.openxmlformats.org/officeDocument/2006/relationships/slideLayout" Target="../slideLayouts/slideLayout10.xml"/>
  <Relationship Id="rId11" Type="http://schemas.openxmlformats.org/officeDocument/2006/relationships/slideLayout" Target="../slideLayouts/slideLayout11.xml"/>
  <Relationship Id="rId12" Type="http://schemas.openxmlformats.org/officeDocument/2006/relationships/theme" Target="../theme/theme1.xml"/>
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1.png"/>
  
  
  <Relationship Id="rId3" Type="http://schemas.openxmlformats.org/officeDocument/2006/relationships/image" Target="../media/image1.svg"/>
  
  
  <Relationship Id="rId4" Type="http://schemas.openxmlformats.org/officeDocument/2006/relationships/notesSlide" Target="../notesSlides/notesSlide1.xml"/>
  

  <Relationship Id="rId5" Type="http://schemas.openxmlformats.org/officeDocument/2006/relationships/image" Target="../media/logo_jiangwutang.jpg"/>
</Relationships>

</file>

<file path=ppt/slides/_rels/slide2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2.png"/>
  
  
  <Relationship Id="rId3" Type="http://schemas.openxmlformats.org/officeDocument/2006/relationships/image" Target="../media/image2.svg"/>
  
  
  <Relationship Id="rId4" Type="http://schemas.openxmlformats.org/officeDocument/2006/relationships/notesSlide" Target="../notesSlides/notesSlide2.xml"/>
  

  <Relationship Id="rId5" Type="http://schemas.openxmlformats.org/officeDocument/2006/relationships/image" Target="../media/logo_jiangwutang.jpg"/>
</Relationships>

</file>

<file path=ppt/slides/_rels/slide3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3.png"/>
  
  
  <Relationship Id="rId3" Type="http://schemas.openxmlformats.org/officeDocument/2006/relationships/image" Target="../media/image3.svg"/>
  
  
  <Relationship Id="rId4" Type="http://schemas.openxmlformats.org/officeDocument/2006/relationships/notesSlide" Target="../notesSlides/notesSlide3.xml"/>
  

  <Relationship Id="rId5" Type="http://schemas.openxmlformats.org/officeDocument/2006/relationships/image" Target="../media/logo_jiangwutang.jpg"/>
</Relationships>

</file>

<file path=ppt/slides/_rels/slide4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4.png"/>
  
  
  <Relationship Id="rId3" Type="http://schemas.openxmlformats.org/officeDocument/2006/relationships/image" Target="../media/image4.svg"/>
  
  
  <Relationship Id="rId4" Type="http://schemas.openxmlformats.org/officeDocument/2006/relationships/notesSlide" Target="../notesSlides/notesSlide4.xml"/>
  

  <Relationship Id="rId5" Type="http://schemas.openxmlformats.org/officeDocument/2006/relationships/image" Target="../media/logo_jiangwutang.jpg"/>
</Relationships>

</file>

<file path=ppt/slides/_rels/slide5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5.png"/>
  
  
  <Relationship Id="rId3" Type="http://schemas.openxmlformats.org/officeDocument/2006/relationships/image" Target="../media/image5.svg"/>
  

  <Relationship Id="rId4" Type="http://schemas.openxmlformats.org/officeDocument/2006/relationships/image" Target="../media/logo_jiangwutang.jpg"/>
</Relationships>

</file>

<file path=ppt/slides/_rels/slide6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6.png"/>
  
  
  <Relationship Id="rId3" Type="http://schemas.openxmlformats.org/officeDocument/2006/relationships/image" Target="../media/image6.svg"/>
  
  
  <Relationship Id="rId4" Type="http://schemas.openxmlformats.org/officeDocument/2006/relationships/notesSlide" Target="../notesSlides/notesSlide6.xml"/>
  

  <Relationship Id="rId5" Type="http://schemas.openxmlformats.org/officeDocument/2006/relationships/image" Target="../media/logo_jiangwutang.jpg"/>
</Relationships>

</file>

<file path=ppt/slides/_rels/slide7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7.png"/>
  
  
  <Relationship Id="rId3" Type="http://schemas.openxmlformats.org/officeDocument/2006/relationships/image" Target="../media/image7.svg"/>
  
  
  <Relationship Id="rId4" Type="http://schemas.openxmlformats.org/officeDocument/2006/relationships/notesSlide" Target="../notesSlides/notesSlide7.xml"/>
  

  <Relationship Id="rId5" Type="http://schemas.openxmlformats.org/officeDocument/2006/relationships/image" Target="../media/logo_jiangwutang.jpg"/>
</Relationships>

</file>

<file path=ppt/slides/_rels/slide8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8.png"/>
  
  
  <Relationship Id="rId3" Type="http://schemas.openxmlformats.org/officeDocument/2006/relationships/image" Target="../media/image8.svg"/>
  
  
  <Relationship Id="rId4" Type="http://schemas.openxmlformats.org/officeDocument/2006/relationships/notesSlide" Target="../notesSlides/notesSlide8.xml"/>
  

  <Relationship Id="rId5" Type="http://schemas.openxmlformats.org/officeDocument/2006/relationships/image" Target="../media/logo_jiangwutang.jpg"/>
</Relationships>

</file>

<file path=ppt/slides/_rels/slide9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9.png"/>
  
  
  <Relationship Id="rId3" Type="http://schemas.openxmlformats.org/officeDocument/2006/relationships/image" Target="../media/image9.svg"/>
  
  
  <Relationship Id="rId4" Type="http://schemas.openxmlformats.org/officeDocument/2006/relationships/notesSlide" Target="../notesSlides/notesSlide9.xml"/>
  

  <Relationship Id="rId5" Type="http://schemas.openxmlformats.org/officeDocument/2006/relationships/image" Target="../media/logo_jiangwutang.jpg"/>
</Relationships>

</file>

<file path=ppt/slides/_rels/slide10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10.png"/>
  
  
  <Relationship Id="rId3" Type="http://schemas.openxmlformats.org/officeDocument/2006/relationships/image" Target="../media/image10.svg"/>
  
  
  <Relationship Id="rId4" Type="http://schemas.openxmlformats.org/officeDocument/2006/relationships/notesSlide" Target="../notesSlides/notesSlide10.xml"/>
  

  <Relationship Id="rId5" Type="http://schemas.openxmlformats.org/officeDocument/2006/relationships/image" Target="../media/logo_jiangwutang.jpg"/>
</Relationships>

</file>

<file path=ppt/slides/_rels/slide11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11.png"/>
  
  
  <Relationship Id="rId3" Type="http://schemas.openxmlformats.org/officeDocument/2006/relationships/image" Target="../media/image11.svg"/>
  
  
  <Relationship Id="rId4" Type="http://schemas.openxmlformats.org/officeDocument/2006/relationships/notesSlide" Target="../notesSlides/notesSlide11.xml"/>
  

  <Relationship Id="rId5" Type="http://schemas.openxmlformats.org/officeDocument/2006/relationships/image" Target="../media/logo_jiangwutang.jpg"/>
</Relationships>

</file>

<file path=ppt/slides/_rels/slide12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12.png"/>
  
  
  <Relationship Id="rId3" Type="http://schemas.openxmlformats.org/officeDocument/2006/relationships/image" Target="../media/image12.svg"/>
  
  
  <Relationship Id="rId4" Type="http://schemas.openxmlformats.org/officeDocument/2006/relationships/notesSlide" Target="../notesSlides/notesSlide12.xml"/>
  

  <Relationship Id="rId5" Type="http://schemas.openxmlformats.org/officeDocument/2006/relationships/image" Target="../media/logo_jiangwutang.jpg"/>
</Relationships>

</file>

<file path=ppt/slides/_rels/slide13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13.png"/>
  
  
  <Relationship Id="rId3" Type="http://schemas.openxmlformats.org/officeDocument/2006/relationships/image" Target="../media/image13.svg"/>
  
  
  <Relationship Id="rId4" Type="http://schemas.openxmlformats.org/officeDocument/2006/relationships/notesSlide" Target="../notesSlides/notesSlide13.xml"/>
  

  <Relationship Id="rId5" Type="http://schemas.openxmlformats.org/officeDocument/2006/relationships/image" Target="../media/logo_jiangwutang.jpg"/>
</Relationships>

</file>

<file path=ppt/slides/_rels/slide14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14.png"/>
  
  
  <Relationship Id="rId3" Type="http://schemas.openxmlformats.org/officeDocument/2006/relationships/image" Target="../media/image14.svg"/>
  
  
  <Relationship Id="rId4" Type="http://schemas.openxmlformats.org/officeDocument/2006/relationships/notesSlide" Target="../notesSlides/notesSlide14.xml"/>
  

  <Relationship Id="rId5" Type="http://schemas.openxmlformats.org/officeDocument/2006/relationships/image" Target="../media/logo_jiangwutang.jpg"/>
</Relationships>

</file>

<file path=ppt/slides/_rels/slide15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15.png"/>
  
  
  <Relationship Id="rId3" Type="http://schemas.openxmlformats.org/officeDocument/2006/relationships/image" Target="../media/image15.svg"/>
  
  
  <Relationship Id="rId4" Type="http://schemas.openxmlformats.org/officeDocument/2006/relationships/notesSlide" Target="../notesSlides/notesSlide15.xml"/>
  

  <Relationship Id="rId5" Type="http://schemas.openxmlformats.org/officeDocument/2006/relationships/image" Target="../media/logo_jiangwutang.jpg"/>
</Relationships>

</file>

<file path=ppt/slides/_rels/slide16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16.png"/>
  
  
  <Relationship Id="rId3" Type="http://schemas.openxmlformats.org/officeDocument/2006/relationships/image" Target="../media/image16.svg"/>
  

  <Relationship Id="rId4" Type="http://schemas.openxmlformats.org/officeDocument/2006/relationships/image" Target="../media/logo_jiangwutang.jpg"/>
</Relationships>

</file>

<file path=ppt/slides/_rels/slide17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17.png"/>
  
  
  <Relationship Id="rId3" Type="http://schemas.openxmlformats.org/officeDocument/2006/relationships/image" Target="../media/image17.svg"/>
  
  
  <Relationship Id="rId4" Type="http://schemas.openxmlformats.org/officeDocument/2006/relationships/notesSlide" Target="../notesSlides/notesSlide17.xml"/>
  

  <Relationship Id="rId5" Type="http://schemas.openxmlformats.org/officeDocument/2006/relationships/image" Target="../media/logo_jiangwutang.jpg"/>
</Relationships>

</file>

<file path=ppt/slides/_rels/slide18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18.png"/>
  
  
  <Relationship Id="rId3" Type="http://schemas.openxmlformats.org/officeDocument/2006/relationships/image" Target="../media/image18.svg"/>
  
  
  <Relationship Id="rId4" Type="http://schemas.openxmlformats.org/officeDocument/2006/relationships/notesSlide" Target="../notesSlides/notesSlide18.xml"/>
  

  <Relationship Id="rId5" Type="http://schemas.openxmlformats.org/officeDocument/2006/relationships/image" Target="../media/logo_jiangwutang.jpg"/>
</Relationships>

</file>

<file path=ppt/slides/_rels/slide19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19.png"/>
  
  
  <Relationship Id="rId3" Type="http://schemas.openxmlformats.org/officeDocument/2006/relationships/image" Target="../media/image19.svg"/>
  
  
  <Relationship Id="rId4" Type="http://schemas.openxmlformats.org/officeDocument/2006/relationships/notesSlide" Target="../notesSlides/notesSlide19.xml"/>
  

  <Relationship Id="rId5" Type="http://schemas.openxmlformats.org/officeDocument/2006/relationships/image" Target="../media/logo_jiangwutang.jpg"/>
</Relationships>

</file>

<file path=ppt/slides/_rels/slide20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20.png"/>
  
  
  <Relationship Id="rId3" Type="http://schemas.openxmlformats.org/officeDocument/2006/relationships/image" Target="../media/image20.svg"/>
  
  
  <Relationship Id="rId4" Type="http://schemas.openxmlformats.org/officeDocument/2006/relationships/notesSlide" Target="../notesSlides/notesSlide20.xml"/>
  

  <Relationship Id="rId5" Type="http://schemas.openxmlformats.org/officeDocument/2006/relationships/image" Target="../media/logo_jiangwutang.jpg"/>
</Relationships>

</file>

<file path=ppt/slides/_rels/slide21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21.png"/>
  
  
  <Relationship Id="rId3" Type="http://schemas.openxmlformats.org/officeDocument/2006/relationships/image" Target="../media/image21.svg"/>
  
  
  <Relationship Id="rId4" Type="http://schemas.openxmlformats.org/officeDocument/2006/relationships/notesSlide" Target="../notesSlides/notesSlide21.xml"/>
  

  <Relationship Id="rId5" Type="http://schemas.openxmlformats.org/officeDocument/2006/relationships/image" Target="../media/logo_jiangwutang.jpg"/>
</Relationships>

</file>

<file path=ppt/slides/_rels/slide22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22.png"/>
  
  
  <Relationship Id="rId3" Type="http://schemas.openxmlformats.org/officeDocument/2006/relationships/image" Target="../media/image22.svg"/>
  
  
  <Relationship Id="rId4" Type="http://schemas.openxmlformats.org/officeDocument/2006/relationships/notesSlide" Target="../notesSlides/notesSlide22.xml"/>
  

  <Relationship Id="rId5" Type="http://schemas.openxmlformats.org/officeDocument/2006/relationships/image" Target="../media/logo_jiangwutang.jpg"/>
  <Relationship Id="rId6" Type="http://schemas.openxmlformats.org/officeDocument/2006/relationships/hyperlink" Target="https://claude.ai" TargetMode="External"/>
  <Relationship Id="rId7" Type="http://schemas.openxmlformats.org/officeDocument/2006/relationships/hyperlink" Target="https://claude.ai/download" TargetMode="External"/>
  <Relationship Id="rId8" Type="http://schemas.openxmlformats.org/officeDocument/2006/relationships/hyperlink" Target="https://vercel.com" TargetMode="External"/>
  <Relationship Id="rId9" Type="http://schemas.openxmlformats.org/officeDocument/2006/relationships/hyperlink" Target="https://docs.anthropic.com" TargetMode="External"/>
  <Relationship Id="rId10" Type="http://schemas.openxmlformats.org/officeDocument/2006/relationships/hyperlink" Target="https://austinxyz.github.io/course-portal/" TargetMode="External"/>
  <Relationship Id="rId11" Type="http://schemas.openxmlformats.org/officeDocument/2006/relationships/hyperlink" Target="https://www.elitecoach101.com" TargetMode="External"/>
</Relationships>

</file>

<file path=ppt/slides/_rels/slide23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23.png"/>
  
  
  <Relationship Id="rId3" Type="http://schemas.openxmlformats.org/officeDocument/2006/relationships/image" Target="../media/image23.svg"/>
  
  
  <Relationship Id="rId4" Type="http://schemas.openxmlformats.org/officeDocument/2006/relationships/notesSlide" Target="../notesSlides/notesSlide23.xml"/>
  

  <Relationship Id="rId5" Type="http://schemas.openxmlformats.org/officeDocument/2006/relationships/image" Target="../media/logo_jiangwutang.jpg"/>
</Relationships>

</file>

<file path=ppt/slides/_rels/slide24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image" Target="../media/image24.png"/>
  
  
  <Relationship Id="rId3" Type="http://schemas.openxmlformats.org/officeDocument/2006/relationships/image" Target="../media/image24.svg"/>
  

  <Relationship Id="rId4" Type="http://schemas.openxmlformats.org/officeDocument/2006/relationships/image" Target="../media/logo_jiangwutang.jp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1" name="Logo 9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2" name="Logo 9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3" name="Logo 9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4" name="Logo 9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5" name="Logo 9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6" name="Logo 9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7" name="Logo 90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8" name="Logo 9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09" name="Logo 90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0" name="Logo 9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1" name="Logo 9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2" name="Logo 9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3" name="Logo 9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4" name="Logo 9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5" name="Logo 9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6" name="Logo 9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7" name="Logo 9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8" name="Logo 9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19" name="Logo 9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20" name="Logo 9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21" name="Logo 9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22" name="Logo 9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  <p:sp>
        <p:nvSpPr>
          <p:cNvPr id="800" name="Link0">
            <a:hlinkClick r:id="rId6"/>
          </p:cNvPr>
          <p:cNvSpPr/>
          <p:nvPr/>
        </p:nvSpPr>
        <p:spPr>
          <a:xfrm>
            <a:off x="952500" y="222885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801" name="Link1">
            <a:hlinkClick r:id="rId7"/>
          </p:cNvPr>
          <p:cNvSpPr/>
          <p:nvPr/>
        </p:nvSpPr>
        <p:spPr>
          <a:xfrm>
            <a:off x="4572000" y="222885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802" name="Link2">
            <a:hlinkClick r:id="rId8"/>
          </p:cNvPr>
          <p:cNvSpPr/>
          <p:nvPr/>
        </p:nvSpPr>
        <p:spPr>
          <a:xfrm>
            <a:off x="8191500" y="222885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803" name="Link3">
            <a:hlinkClick r:id="rId9"/>
          </p:cNvPr>
          <p:cNvSpPr/>
          <p:nvPr/>
        </p:nvSpPr>
        <p:spPr>
          <a:xfrm>
            <a:off x="952500" y="48768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804" name="Link4">
            <a:hlinkClick r:id="rId10"/>
          </p:cNvPr>
          <p:cNvSpPr/>
          <p:nvPr/>
        </p:nvSpPr>
        <p:spPr>
          <a:xfrm>
            <a:off x="4572000" y="48768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805" name="Link5">
            <a:hlinkClick r:id="rId11"/>
          </p:cNvPr>
          <p:cNvSpPr/>
          <p:nvPr/>
        </p:nvSpPr>
        <p:spPr>
          <a:xfrm>
            <a:off x="8191500" y="48768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23" name="Logo 9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24" name="Logo 9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023" y="95250"/>
            <a:ext cx="606053" cy="838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